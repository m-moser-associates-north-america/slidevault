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Lumen Biotech</a:t>
            </a:r>
          </a:p>
          <a:p>
            <a:pPr>
              <a:defRPr sz="2200">
                <a:solidFill>
                  <a:srgbClr val="FF3F0A"/>
                </a:solidFill>
              </a:defRPr>
            </a:pPr>
            <a:r>
              <a:rPr>
                <a:latin typeface="Arial"/>
              </a:rPr>
              <a:t>IDD for a lab and office campus in Boston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rPr>
                <a:latin typeface="Arial"/>
              </a:rPr>
              <a:t>Submitted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A global design and engineering practice working across workplace, hospitality and education.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Studios in 26 cities, with teams who design, engineer and deliver under one roof.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plan, design and build spaces that help organizations work better.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What we heard from Lumen Biotech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Lumen Biotech is planning a lab and office campus in Boston.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Priorities: attract talent in a competitive life sciences market, support hybrid work, and cut energy use.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Success means a space people choose to come to, delivered on time and on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Our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548640" y="2377440"/>
            <a:ext cx="2651760" cy="1097280"/>
          </a:xfrm>
          <a:prstGeom prst="chevron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Discover</a:t>
            </a:r>
          </a:p>
        </p:txBody>
      </p:sp>
      <p:sp>
        <p:nvSpPr>
          <p:cNvPr id="5" name="Chevron 4"/>
          <p:cNvSpPr/>
          <p:nvPr/>
        </p:nvSpPr>
        <p:spPr>
          <a:xfrm>
            <a:off x="338328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Strategize</a:t>
            </a:r>
          </a:p>
        </p:txBody>
      </p:sp>
      <p:sp>
        <p:nvSpPr>
          <p:cNvPr id="6" name="Chevron 5"/>
          <p:cNvSpPr/>
          <p:nvPr/>
        </p:nvSpPr>
        <p:spPr>
          <a:xfrm>
            <a:off x="621792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Design</a:t>
            </a:r>
          </a:p>
        </p:txBody>
      </p:sp>
      <p:sp>
        <p:nvSpPr>
          <p:cNvPr id="7" name="Chevron 6"/>
          <p:cNvSpPr/>
          <p:nvPr/>
        </p:nvSpPr>
        <p:spPr>
          <a:xfrm>
            <a:off x="905256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Deliver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Orbit Telecom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Telecommunications. Location: Denver.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network operations center, moving 421 people in 18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18% more space used each day and a LEED Gold rating.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Atlas Logistics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Logistics. Location: Dallas.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hub office and training center, moving 1493 people in 9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33% more space used each day and a LEED Gold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Your team for Lumen Biotech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Ben Carter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Director</a:t>
            </a:r>
          </a:p>
        </p:txBody>
      </p:sp>
      <p:sp>
        <p:nvSpPr>
          <p:cNvPr id="6" name="Oval 5"/>
          <p:cNvSpPr/>
          <p:nvPr/>
        </p:nvSpPr>
        <p:spPr>
          <a:xfrm>
            <a:off x="402336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Aisha Patel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Sustainability Lead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Priya Raman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Design Lead</a:t>
            </a:r>
          </a:p>
        </p:txBody>
      </p:sp>
      <p:sp>
        <p:nvSpPr>
          <p:cNvPr id="10" name="Oval 9"/>
          <p:cNvSpPr/>
          <p:nvPr/>
        </p:nvSpPr>
        <p:spPr>
          <a:xfrm>
            <a:off x="969264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Marcus Lee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Engineering Lead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Project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Key output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Workplace brief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8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package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Detailed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12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Construction documents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Build and move-in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33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Handover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We'd welcome the chance to walk you through this proposal in person.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Contact: Elena Ortiz, Boston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