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Pioneer Energy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IDD for a low-carbon headquarters in Houston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21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Pioneer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Pioneer Energy is planning a low-carbon headquarters in Houston.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energy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Lumen Biotech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Life sciences. Location: Boston.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lab and office campus, moving 727 people in 16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20% more space used each day and a LEED Gold 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Lumen Biotech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Life sciences. Location: Boston.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lab and office campus, moving 996 people in 18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16%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Pioneer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Marcus Lee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Workplace Strategist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Elena Ortiz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Hana Kim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26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Ben Carter, Houston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