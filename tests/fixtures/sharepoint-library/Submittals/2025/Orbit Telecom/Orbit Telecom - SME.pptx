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Orbit Telecom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SME for a network operations center in Denver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24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Wellbeing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wellbeing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Orbit Telecom, that means wellbeing targets are set in the brief, not added at the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Sustainability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sustainability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Orbit Telecom, that means sustainability targets are set in the brief, not added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Orbit Telecom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Elena Ortiz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Tom Fischer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Aisha Patel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Hana Kim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Logistics. Location: Dallas.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hub office and training center, moving 1150 people in 14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36%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17 projects for telecommunications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Denver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Sam Okafor, Denver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