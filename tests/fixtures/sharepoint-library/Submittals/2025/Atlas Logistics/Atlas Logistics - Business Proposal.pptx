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Fee (USD thousands)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Strategy</c:v>
                </c:pt>
                <c:pt idx="1">
                  <c:v>Concept</c:v>
                </c:pt>
                <c:pt idx="2">
                  <c:v>Detailed design</c:v>
                </c:pt>
                <c:pt idx="3">
                  <c:v>Delivery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</c:v>
                </c:pt>
                <c:pt idx="1">
                  <c:v>181</c:v>
                </c:pt>
                <c:pt idx="2">
                  <c:v>192</c:v>
                </c:pt>
                <c:pt idx="3">
                  <c:v>184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Atlas Logistics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Business Proposal for a hub office and training center in Dallas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29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Atlas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Atlas Logistics is planning a hub office and training center in Dallas.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logistics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Atlas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Tom Fischer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Hana Kim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Marcus Lee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Design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Cobalt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Technology. Location: Seattle.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studio for 400 developers, moving 1301 people in 15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16%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Why we're the right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We've delivered 7 projects for logistics clients.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Dallas studio is minutes from your site.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One team from strategy to move-in, so nothing gets lost between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People first: we design around how people actually work.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Shared ownership: our teams own the outcome with you.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Responsible design: every project has a carbon and wellbeing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37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Fee summary by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David Brooks, Dallas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