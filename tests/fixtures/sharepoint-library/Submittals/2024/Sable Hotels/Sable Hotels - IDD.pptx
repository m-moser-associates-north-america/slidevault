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Sable Hotels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IDD for a flagship hotel lobby and offices in Miami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27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Sable Hotels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Sable Hotels is planning a flagship hotel lobby and offices in Miami.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hospitality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Pioneer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Energy. Location: Houston.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low-carbon headquarters, moving 952 people in 11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37% more space used each day and a LEED Gold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Juniper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Education. Location: Austin.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student innovation hub, moving 410 people in 16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39%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Sable Hotels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Lucia Romero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Aisha Patel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Ben Carter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Sam Okafor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32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Priya Raman, Miami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