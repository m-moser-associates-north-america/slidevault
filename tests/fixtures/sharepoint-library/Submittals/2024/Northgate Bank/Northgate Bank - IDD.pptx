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Northgate Bank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IDD for a new regional headquarters in New York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23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Northgate 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Northgate Bank is planning a new regional headquarters in New York.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financial services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Halcyon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Healthcare. Location: Chicago.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an outpatient clinic network, moving 1108 people in 19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16% more space used each day and a LEED Gold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Cobalt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Technology. Location: Seattle.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studio for 400 developers, moving 1397 people in 10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26%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Northgate 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Ben Carter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Sam Okafor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Lucia Romero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27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Marcus Lee, New York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