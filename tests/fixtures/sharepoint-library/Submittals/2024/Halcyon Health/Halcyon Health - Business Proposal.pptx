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Fee (USD thousands)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Strategy</c:v>
                </c:pt>
                <c:pt idx="1">
                  <c:v>Concept</c:v>
                </c:pt>
                <c:pt idx="2">
                  <c:v>Detailed design</c:v>
                </c:pt>
                <c:pt idx="3">
                  <c:v>Delivery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</c:v>
                </c:pt>
                <c:pt idx="1">
                  <c:v>118</c:v>
                </c:pt>
                <c:pt idx="2">
                  <c:v>147</c:v>
                </c:pt>
                <c:pt idx="3">
                  <c:v>143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Halcyon Health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Business Proposal for an outpatient clinic network in Chicago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28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Halcyon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Halcyon Health is planning an outpatient clinic network in Chicago.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healthcare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Halcyon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Lucia Romero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Aisha Patel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David Brooks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Workplace Strategist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Sam Okafor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Design Lead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Atlas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Logistics. Location: Dallas.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hub office and training center, moving 668 people in 20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39%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Why we're the right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We've delivered 12 projects for healthcare clients.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Chicago studio is minutes from your site.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One team from strategy to move-in, so nothing gets lost between phases.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People first: we design around how people actually work.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Shared ownership: our teams own the outcome with you.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Responsible design: every project has a carbon and wellbeing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22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Fee summary by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73152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David Brooks, Chicago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