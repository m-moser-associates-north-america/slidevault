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Cobalt Games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IDD for a studio for 400 developers in Seattle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26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Cobalt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Cobalt Games is planning a studio for 400 developers in Seattle.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technology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Lumen Biotech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Life sciences. Location: Boston.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lab and office campus, moving 1469 people in 13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32% more space used each day and a LEED Gold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Mosaic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Media. Location: Los Angeles.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broadcast and content studio, moving 670 people in 10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33%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Cobalt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Ben Carter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Sam Okafor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David Brooks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26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Tom Fischer, Seattle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