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Fee (USD thousands)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Strategy</c:v>
                </c:pt>
                <c:pt idx="1">
                  <c:v>Concept</c:v>
                </c:pt>
                <c:pt idx="2">
                  <c:v>Detailed design</c:v>
                </c:pt>
                <c:pt idx="3">
                  <c:v>Delivery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167</c:v>
                </c:pt>
                <c:pt idx="2">
                  <c:v>185</c:v>
                </c:pt>
                <c:pt idx="3">
                  <c:v>137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Verdant Foods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Business Proposal for a test kitchen and workplace in Toronto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23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Verdant Foods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Verdant Foods is planning a test kitchen and workplace in Toronto.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consumer goods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Verdant Foods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David Brooks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Tom Fischer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Mosaic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Media. Location: Los Angeles.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broadcast and content studio, moving 433 people in 9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38%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14 projects for consumer goods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Toronto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People first: we design around how people actually work.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Shared ownership: our teams own the outcome with you.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Responsible design: every project has a carbon and wellbeing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40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Fee summary by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Hana Kim, Toronto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