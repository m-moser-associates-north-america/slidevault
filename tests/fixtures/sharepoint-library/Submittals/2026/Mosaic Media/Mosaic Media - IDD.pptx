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Mosaic Media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IDD for a broadcast and content studio in Los Angeles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24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What we heard from Mosaic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Mosaic Media is planning a broadcast and content studio in Los Angeles.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Priorities: attract talent in a competitive media market, support hybrid work, and cut energy use.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Success means a space people choose to come to, delivered on time and on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vron 3"/>
          <p:cNvSpPr/>
          <p:nvPr/>
        </p:nvSpPr>
        <p:spPr>
          <a:xfrm>
            <a:off x="548640" y="2377440"/>
            <a:ext cx="2651760" cy="1097280"/>
          </a:xfrm>
          <a:prstGeom prst="chevron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Discover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Strategize</a:t>
            </a:r>
          </a:p>
        </p:txBody>
      </p:sp>
      <p:sp>
        <p:nvSpPr>
          <p:cNvPr id="6" name="Chevron 5"/>
          <p:cNvSpPr/>
          <p:nvPr/>
        </p:nvSpPr>
        <p:spPr>
          <a:xfrm>
            <a:off x="621792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9052560" y="2377440"/>
            <a:ext cx="2651760" cy="1097280"/>
          </a:xfrm>
          <a:prstGeom prst="chevron">
            <a:avLst/>
          </a:prstGeom>
          <a:solidFill>
            <a:srgbClr val="F3D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Cobalt Games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Technology. Location: Seattle.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studio for 400 developers, moving 816 people in 14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34% more space used each day and a LEED Gold 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Verdant Foods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Consumer goods. Location: Toronto.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 test kitchen and workplace, moving 1271 people in 10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18%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Mosaic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Tom Fischer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Workplace Strategist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Ben Carter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Lucia Romero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Design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Sam Okafor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Project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Key output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6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Workplace brief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Concept package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Detailed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12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Construction documents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Build and move-in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30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Arial"/>
                        </a:rPr>
                        <a:t>Handover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Hana Kim, Los Angeles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