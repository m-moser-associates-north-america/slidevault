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Arial"/>
              </a:rPr>
              <a:t>Case study: Juniper Labs research campus</a:t>
            </a:r>
          </a:p>
        </p:txBody>
      </p:sp>
      <p:pic>
        <p:nvPicPr>
          <p:cNvPr id="3" name="Picture 2" descr="_synthetic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5720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Arial"/>
              </a:rPr>
              <a:t>Completed 2019.</a:t>
            </a:r>
          </a:p>
          <a:p>
            <a:r>
              <a:rPr sz="1600" b="0">
                <a:solidFill>
                  <a:srgbClr val="1A1A1A"/>
                </a:solidFill>
                <a:latin typeface="Arial"/>
              </a:rPr>
              <a:t>4 buildings, 22,000 m².</a:t>
            </a:r>
          </a:p>
          <a:p>
            <a:r>
              <a:rPr sz="1600" b="0">
                <a:solidFill>
                  <a:srgbClr val="1A1A1A"/>
                </a:solidFill>
                <a:latin typeface="Arial"/>
              </a:rPr>
              <a:t>Lab-to-office ratio 60:40.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Arial"/>
              </a:rPr>
              <a:t>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Arial"/>
              </a:rPr>
              <a:t>Collaboration space use up 2.4x in the first year.</a:t>
            </a:r>
          </a:p>
          <a:p>
            <a:r>
              <a:rPr sz="2000" b="0">
                <a:solidFill>
                  <a:srgbClr val="1A1A1A"/>
                </a:solidFill>
                <a:latin typeface="Arial"/>
              </a:rPr>
              <a:t>Delivered two weeks ahead of programme.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legacy-case-study-4x3</dc:title>
  <dc:subject/>
  <dc:creator>SlideVault fixtures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